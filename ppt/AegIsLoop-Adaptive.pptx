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9" r:id="rId27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sz="4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AegIsLoop Adaptive</a:t>
            </a:r>
            <a:endParaRPr lang="en-US" sz="4600" dirty="0"/>
          </a:p>
          <a:p>
            <a:r>
              <a:rPr sz="4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自适应 AI 安全运营团队</a:t>
            </a:r>
          </a:p>
        </p:txBody>
      </p:sp>
      <p:sp>
        <p:nvSpPr>
          <p:cNvPr id="18" name="Text 16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AegIsLoop Adaptive Team · 2026-08-16</a:t>
            </a:r>
            <a:endParaRPr lang="en-US" sz="11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sz="1400" b="0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GOAI 2026 · 赛道一 新智基座 | Agent Infra(Cybersecurity + AI)</a:t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AegIsLoop Adaptive 自适应 AI 安全运营团队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大部分政府事业单位与中小企业:年安全预算&lt;50万、专职安全&lt;3人,却要扛高频攻击+等保2.0/数安法/个保法/生成式AI办法,雇不起50人团队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8岗位化Agent + 1人机协同层 + A6自适应引擎;3编排流(告警/监管/新法规)端到端跑通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A6自适应反馈 + L0.5人机协同 + 合规专家(不止告警降噪)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Apache 2.0 全栈开源,200+ 文件可复用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v1.0 完赛态 + Web demo + Nacos AI Registry(复赛)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团队介绍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目标用户与核心痛点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46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目标用户:大部分政府事业单位与中小企业(年安全预算&lt;50万,专职安全&lt;3人)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93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痛点(两压×两缺→四难):威胁严峻×合规繁多×资金缺×人员缺 → 守不住·来不及·讲不通·落不下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三类真实场景(AgentTeams 端到端跑通)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62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① 高频攻击告警 → Flow1(22步):告警→响应 &lt;5min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95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② 监管通报整改 → Flow2(26步):通报→整改方案 &lt;24h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5701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③ 新法规落地 → Flow3(14步):法规→合规方案 &lt;30d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04487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可量化价值(对比纯人工)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325112"/>
          <a:ext cx="109728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纯人工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AegIsLoop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告警→初步响应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4h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&lt;5min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24×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通报→整改计划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5-7d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&lt;24h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5×+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新法规→合规方案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2-3月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&lt;30d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3×+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五层架构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746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L1 Team编排(AgentTeams/hiclaw, A0) · L2 8岗位Agent · L3 32 Skill · L4 6MCP+5RAG · L0.5 人机协同 · L5 可观测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0939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端到端主流程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514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事故触发 → A0路由 → 3编排流(告警22步/监管26步/法规14步) → 8Agent协同 → A6自适应+L0.5审批 → 输出报告 → A7知识回写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8620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关键技术选型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40080" y="3282696"/>
          <a:ext cx="109728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必要性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AgentTeams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baseline 同源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仅用编排,Worker自研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Nacos AI Registry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官方推荐 Registry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复赛接入,初赛Mock契约一致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MCP + 5 RAG Mock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评审可重放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协议对齐 CEF/CycloneDX/CVE/STIX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8 Agent 分工(映射 SOC 8 大岗)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46504"/>
          <a:ext cx="1097280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TeamLeader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路由·审批·报告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资产管理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CMDB·SBOM·暴露面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威胁检测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告警融合·IOC富化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漏洞验证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CVE·EPSS·KEV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合规管理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法规RAG·PIA·备案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应急响应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修复·验证·回滚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自适应引擎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质量·漂移·反馈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复盘织造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复盘·知识回写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高风险动作安全边界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212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L0只读 · L1事后告知 · L2 H1+H2双签 · L3三审(法规场景) · L4冻结+监管直报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68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证据链锚定:每个结论附 evidence_id,可追溯到原始证据;审批不可并行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32 Skill(按 Agent 分布)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A0编排4 · A1资产4 · A2检测4 · A3漏洞4 · A4合规4 · A5响应3 · A6质量4 · A7复盘5 =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939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单 Skill 规格(以 S24 output_quality 为例)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输入:output_text / evidence_chain / skill_versions → 输出:score(0-100) / feedback_action /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失败处理:score&lt;30 升级A0 · 超时重跑退避 · 连续3次失败自动回滚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95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生命周期与复用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v1.0→v1.1→v1.2→v1.3.1→v1.4(Roadmap) · stable/candidate/snapshot 灰度 · reuse_targets 可迁移标注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可运行性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git clone + build_submission.sh · node serve.js 零依赖 · 3 编排流可回放(22+26+14=62步)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939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运行证据(评审可验证)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Web 10区大屏 · 3场景JSON · 8AgentSpec · 32SKILL.md · 演示视频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安全治理机制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82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角色化审批(H1/H2/L3三审) · 证据链锚定 · 全留痕审计 · L0-L4分级 · A6漂移自动回滚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可复用成果(200+ 文件)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8 AgentSpec · 32 SKILL.md · 3 场景JSON · 6 MCP Mock · 5 RAG Mock(294,440条) · Web源码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939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接口契约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MCP 协议 · CEF / CycloneDX1.5 / CVE5.0 / STIX2.1 · Nacos Registry(semver + tag)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620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开源协议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82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Apache License 2.0 全栈开源(明确专利授权,商用更安全)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40080" y="1746504"/>
          <a:ext cx="109728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关键能力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v1.0 初赛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8Agent + 32Skill + 3编排流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v1.1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demo + 视频 + Release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v1.2 复赛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Nacos Registry + Skill灰度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v1.3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SIEM/SOAR 接入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v2.0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2027-H1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Adaptive 自学 + 多租户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40080" y="38679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风险控制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885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Nacos不熟(中)→初赛Mock契约一致 · 真实接入(中)→协议对齐零改动 · 自适应误判(低)→分级+人工兜底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团队(3 人)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46504"/>
          <a:ext cx="109728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PM/架构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10年安全运营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方案·8Agent分工·监管场景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算法/Agent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2年大模型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32Skill·A6引擎·Nacos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工程/演示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5年全栈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Web大屏·MCP/RAG·视频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46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互补:运营+算法+工程 三角覆盖赛题全维度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935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▪ 投入:22天 × 每周50h+,日 stand-up + 周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差异化 · 市面 AI SOC 止步于告警降噪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46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5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别人送你一个更聪明的告警面板(17万条→42条);AegIsLoop 送你一支会合规、会举一反三、会自我进化的安全运营团队。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76856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1089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市面 AI SOC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AegIsLoop Adaptive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本质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告警研判引擎(更聪明的面板)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8岗位化自适应安全运营团队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事件覆盖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仅告警(1类)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告警+监管通报+新法规(3类)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误报降噪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97.7%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融合+情报研判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合规/被通报整改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未覆盖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A4合规专家闭环(法条映射+PIA)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自进化/举一反三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❌ 静态规则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A6自适应 + A7复盘回写Runbook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治理/审计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⚠️ 黑盒难追溯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L0.5人机协同+证据链+L0-L3分级</a:t>
                      </a:r>
                    </a:p>
                  </a:txBody>
                  <a:tcPr marT="12700" marB="12700"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部署形态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公有云托管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✅ 开源私有化,数据不出单位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